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8"/>
  </p:notesMasterIdLst>
  <p:handoutMasterIdLst>
    <p:handoutMasterId r:id="rId9"/>
  </p:handoutMasterIdLst>
  <p:sldIdLst>
    <p:sldId id="278" r:id="rId5"/>
    <p:sldId id="279" r:id="rId6"/>
    <p:sldId id="280" r:id="rId7"/>
  </p:sldIdLst>
  <p:sldSz cx="12192000" cy="6858000"/>
  <p:notesSz cx="6858000" cy="9144000"/>
  <p:defaultTextStyle>
    <a:defPPr rtl="0"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19" autoAdjust="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293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761137-B2F4-44A2-AEA9-B8D72975A05F}" type="datetime1">
              <a:rPr lang="de-DE" smtClean="0"/>
              <a:t>15.12.2025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2E3065-8A24-47C9-A843-0DFEC08A77C7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5387659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 noProof="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546253B-BE88-45C5-9ABC-A8414C168BD1}" type="datetime1">
              <a:rPr lang="de-DE" noProof="0" smtClean="0"/>
              <a:t>15.12.2025</a:t>
            </a:fld>
            <a:endParaRPr lang="de-DE" noProof="0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de-DE" noProof="0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de-DE" noProof="0" dirty="0"/>
              <a:t>Textmasterformate durch Klicken bearbeiten</a:t>
            </a:r>
          </a:p>
          <a:p>
            <a:pPr lvl="1" rtl="0"/>
            <a:r>
              <a:rPr lang="de-DE" noProof="0" dirty="0"/>
              <a:t>Zweite Ebene</a:t>
            </a:r>
          </a:p>
          <a:p>
            <a:pPr lvl="2" rtl="0"/>
            <a:r>
              <a:rPr lang="de-DE" noProof="0" dirty="0"/>
              <a:t>Dritte Ebene</a:t>
            </a:r>
          </a:p>
          <a:p>
            <a:pPr lvl="3" rtl="0"/>
            <a:r>
              <a:rPr lang="de-DE" noProof="0" dirty="0"/>
              <a:t>Vierte Ebene</a:t>
            </a:r>
          </a:p>
          <a:p>
            <a:pPr lvl="4" rtl="0"/>
            <a:r>
              <a:rPr lang="de-DE" noProof="0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E6DE88F-1F85-4A27-9D34-D74A50E7B0DA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2E6DE88F-1F85-4A27-9D34-D74A50E7B0DA}" type="slidenum">
              <a:rPr lang="de-DE" smtClean="0"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745680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de-DE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de-DE" sz="1200" b="0" i="0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7847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rtlCol="0" anchor="b">
            <a:normAutofit/>
          </a:bodyPr>
          <a:lstStyle>
            <a:lvl1pPr algn="ctr">
              <a:defRPr sz="540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rtlCol="0"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de-DE" noProof="0"/>
              <a:t>Master-Untertitelformat bearbeiten</a:t>
            </a:r>
            <a:endParaRPr lang="de-DE" noProof="0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758FE69-3F99-4550-AA00-A7FF61BF76EA}" type="datetime1">
              <a:rPr lang="de-DE" noProof="0" smtClean="0"/>
              <a:t>15.12.2025</a:t>
            </a:fld>
            <a:endParaRPr lang="de-DE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pPr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468F14C-D4F1-40B6-B1AD-A03EDAA6725D}" type="datetime1">
              <a:rPr lang="de-DE" noProof="0" smtClean="0"/>
              <a:t>15.12.2025</a:t>
            </a:fld>
            <a:endParaRPr lang="de-DE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rtlCol="0" anchor="b"/>
          <a:lstStyle>
            <a:lvl1pPr algn="ctr">
              <a:defRPr sz="4000" b="0" cap="none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rtlCol="0"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EC8E1CE-31A4-4DC1-9A14-A1FDAD407674}" type="datetime1">
              <a:rPr lang="de-DE" noProof="0" smtClean="0"/>
              <a:t>15.12.2025</a:t>
            </a:fld>
            <a:endParaRPr lang="de-DE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pPr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rtlCol="0" anchor="t">
            <a:normAutofit/>
          </a:bodyPr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rtlCol="0" anchor="t">
            <a:normAutofit/>
          </a:bodyPr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FE3744A-5A44-4BFF-92AA-16DA5E94BB83}" type="datetime1">
              <a:rPr lang="de-DE" noProof="0" smtClean="0"/>
              <a:t>15.12.2025</a:t>
            </a:fld>
            <a:endParaRPr lang="de-DE" noProof="0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ild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Bild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DEDD9AE-23AE-4EB7-B3DB-242A1D8478FB}" type="datetime1">
              <a:rPr lang="de-DE" noProof="0" smtClean="0"/>
              <a:t>15.12.2025</a:t>
            </a:fld>
            <a:endParaRPr lang="de-DE" noProof="0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F42FB20-1F3E-43B9-A22C-6B636C25391A}" type="datetime1">
              <a:rPr lang="de-DE" noProof="0" smtClean="0"/>
              <a:t>15.12.2025</a:t>
            </a:fld>
            <a:endParaRPr lang="de-DE" noProof="0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67D78AD-A707-44D8-98C7-2E5BF17C114E}" type="datetime1">
              <a:rPr lang="de-DE" noProof="0" smtClean="0"/>
              <a:t>15.12.2025</a:t>
            </a:fld>
            <a:endParaRPr lang="de-DE" noProof="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rtlCol="0" anchor="b">
            <a:normAutofit/>
          </a:bodyPr>
          <a:lstStyle>
            <a:lvl1pPr algn="ctr">
              <a:defRPr sz="2800" b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 rtlCol="0">
            <a:normAutofit/>
          </a:bodyPr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7CDB1FF-C55B-4D31-A515-83B796043DD6}" type="datetime1">
              <a:rPr lang="de-DE" noProof="0" smtClean="0"/>
              <a:t>15.12.2025</a:t>
            </a:fld>
            <a:endParaRPr lang="de-DE" noProof="0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pPr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Bild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rtlCol="0" anchor="b">
            <a:noAutofit/>
          </a:bodyPr>
          <a:lstStyle>
            <a:lvl1pPr algn="ctr">
              <a:defRPr sz="3200" b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Bildplatzhalt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5B3AE0C-9D3B-493D-AE1C-E837EBD1A420}" type="datetime1">
              <a:rPr lang="de-DE" noProof="0" smtClean="0"/>
              <a:t>15.12.2025</a:t>
            </a:fld>
            <a:endParaRPr lang="de-DE" noProof="0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ild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rtlCol="0" anchor="b">
            <a:normAutofit/>
          </a:bodyPr>
          <a:lstStyle>
            <a:lvl1pPr algn="ctr">
              <a:defRPr sz="280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Bildplatzhalt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61AEB60-0CF2-4FDF-8809-8AC51494D5F5}" type="datetime1">
              <a:rPr lang="de-DE" noProof="0" smtClean="0"/>
              <a:t>15.12.2025</a:t>
            </a:fld>
            <a:endParaRPr lang="de-DE" noProof="0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rtlCol="0" anchor="ctr">
            <a:normAutofit/>
          </a:bodyPr>
          <a:lstStyle>
            <a:lvl1pPr>
              <a:defRPr sz="400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rtlCol="0"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58AF836-13A8-46EF-A2AE-6F658367FD73}" type="datetime1">
              <a:rPr lang="de-DE" noProof="0" smtClean="0"/>
              <a:t>15.12.2025</a:t>
            </a:fld>
            <a:endParaRPr lang="de-DE" noProof="0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12" name="Textplatzhalt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51DFE2F-C573-4D62-882A-E8846EF03C0C}" type="datetime1">
              <a:rPr lang="de-DE" noProof="0" smtClean="0"/>
              <a:t>15.12.2025</a:t>
            </a:fld>
            <a:endParaRPr lang="de-DE" noProof="0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‹Nr.›</a:t>
            </a:fld>
            <a:endParaRPr lang="de-DE" noProof="0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rtl="0"/>
            <a:r>
              <a:rPr lang="de-DE" sz="8000" noProof="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de-DE" sz="8000" noProof="0" dirty="0">
                <a:solidFill>
                  <a:schemeClr val="tx1"/>
                </a:solidFill>
                <a:effectLst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siten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28E20CA-0CA2-4574-B1D6-69C8C65EED42}" type="datetime1">
              <a:rPr lang="de-DE" noProof="0" smtClean="0"/>
              <a:t>15.12.2025</a:t>
            </a:fld>
            <a:endParaRPr lang="de-DE" noProof="0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el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7" name="Textplatzhalt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8" name="Textplatzhalt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9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10" name="Textplatzhalt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11" name="Textplatzhalt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12" name="Textplatzhalt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09B9F8F-6639-463B-9FB3-42044123F51F}" type="datetime1">
              <a:rPr lang="de-DE" noProof="0" smtClean="0"/>
              <a:t>15.12.2025</a:t>
            </a:fld>
            <a:endParaRPr lang="de-DE" noProof="0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Bild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Bild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el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19" name="Textplatzhalt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20" name="Bildplatzhalt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1" name="Textplatzhalt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22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23" name="Bildplatzhalt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4" name="Textplatzhalt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25" name="Textplatzhalt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26" name="Bildplatzhalt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7" name="Textplatzhalt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69E6A23-504C-403E-B76B-B05505FCD76B}" type="datetime1">
              <a:rPr lang="de-DE" noProof="0" smtClean="0"/>
              <a:t>15.12.2025</a:t>
            </a:fld>
            <a:endParaRPr lang="de-DE" noProof="0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de-DE" noProof="0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 rtl="0"/>
            <a:r>
              <a:rPr lang="de-DE" noProof="0" dirty="0"/>
              <a:t>Textmasterformate durch Klicken bearbeiten</a:t>
            </a:r>
          </a:p>
          <a:p>
            <a:pPr lvl="1" rtl="0"/>
            <a:r>
              <a:rPr lang="de-DE" noProof="0" dirty="0"/>
              <a:t>Zweite Ebene</a:t>
            </a:r>
          </a:p>
          <a:p>
            <a:pPr lvl="2" rtl="0"/>
            <a:r>
              <a:rPr lang="de-DE" noProof="0" dirty="0"/>
              <a:t>Dritte Ebene</a:t>
            </a:r>
          </a:p>
          <a:p>
            <a:pPr lvl="3" rtl="0"/>
            <a:r>
              <a:rPr lang="de-DE" noProof="0" dirty="0"/>
              <a:t>Vierte Ebene</a:t>
            </a:r>
          </a:p>
          <a:p>
            <a:pPr lvl="4" rtl="0"/>
            <a:r>
              <a:rPr lang="de-DE" noProof="0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pPr rtl="0"/>
            <a:fld id="{68BEABDA-98C7-4D1F-B6BB-CA7E2F630F9B}" type="datetime1">
              <a:rPr lang="de-DE" noProof="0" smtClean="0"/>
              <a:t>15.12.2025</a:t>
            </a:fld>
            <a:endParaRPr lang="de-DE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pPr rtl="0"/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pPr rtl="0"/>
            <a:fld id="{3A98EE3D-8CD1-4C3F-BD1C-C98C9596463C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8.sv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0"/>
            <a:ext cx="12192001" cy="6857990"/>
          </a:xfrm>
          <a:prstGeom prst="rect">
            <a:avLst/>
          </a:prstGeom>
        </p:spPr>
      </p:pic>
      <p:sp useBgFill="1">
        <p:nvSpPr>
          <p:cNvPr id="103" name="Freihand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="" xmlns:a14="http://schemas.microsoft.com/office/drawing/2010/main" xmlns:a16="http://schemas.microsoft.com/office/drawing/2014/main" xmlns:p14="http://schemas.microsoft.com/office/powerpoint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2" y="1673524"/>
            <a:ext cx="3485073" cy="2420504"/>
          </a:xfrm>
        </p:spPr>
        <p:txBody>
          <a:bodyPr rtlCol="0">
            <a:normAutofit/>
          </a:bodyPr>
          <a:lstStyle/>
          <a:p>
            <a:pPr algn="l"/>
            <a:r>
              <a:rPr lang="de-DE" sz="4000" dirty="0"/>
              <a:t>Formula </a:t>
            </a:r>
            <a:r>
              <a:rPr lang="de-DE" sz="4000" dirty="0" err="1"/>
              <a:t>Emendi</a:t>
            </a:r>
            <a:endParaRPr lang="de-DE" sz="400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965" y="4157933"/>
            <a:ext cx="3485072" cy="1026544"/>
          </a:xfrm>
        </p:spPr>
        <p:txBody>
          <a:bodyPr rtlCol="0">
            <a:normAutofit/>
          </a:bodyPr>
          <a:lstStyle/>
          <a:p>
            <a:pPr algn="l" rtl="0"/>
            <a:r>
              <a:rPr lang="de-DE" sz="2300" dirty="0" err="1"/>
              <a:t>effugere</a:t>
            </a:r>
            <a:r>
              <a:rPr lang="de-DE" sz="2300" dirty="0"/>
              <a:t> </a:t>
            </a:r>
            <a:r>
              <a:rPr lang="de-DE" sz="2300" dirty="0" err="1"/>
              <a:t>doloris</a:t>
            </a:r>
            <a:endParaRPr lang="de-DE" sz="2300" dirty="0"/>
          </a:p>
          <a:p>
            <a:pPr algn="l" rtl="0"/>
            <a:endParaRPr lang="de-DE" sz="2300" dirty="0"/>
          </a:p>
        </p:txBody>
      </p:sp>
      <p:pic>
        <p:nvPicPr>
          <p:cNvPr id="7" name="Grafik 6" descr="Raupe mit einfarbiger Füllung">
            <a:extLst>
              <a:ext uri="{FF2B5EF4-FFF2-40B4-BE49-F238E27FC236}">
                <a16:creationId xmlns:a16="http://schemas.microsoft.com/office/drawing/2014/main" id="{7E11EC43-111E-1C00-AABB-18CCA1CF1FC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2714421"/>
            <a:ext cx="6894750" cy="1379607"/>
          </a:xfrm>
          <a:prstGeom prst="rect">
            <a:avLst/>
          </a:prstGeom>
          <a:effectLst>
            <a:glow rad="101600">
              <a:schemeClr val="tx1">
                <a:alpha val="60000"/>
              </a:schemeClr>
            </a:glow>
            <a:reflection blurRad="6350" stA="50000" endA="300" endPos="5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hteck 54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Bild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0" y="10"/>
            <a:ext cx="6096000" cy="6857990"/>
          </a:xfrm>
          <a:prstGeom prst="rect">
            <a:avLst/>
          </a:prstGeom>
        </p:spPr>
      </p:pic>
      <p:pic>
        <p:nvPicPr>
          <p:cNvPr id="57" name="Bild 56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538124" cy="970450"/>
          </a:xfrm>
        </p:spPr>
        <p:txBody>
          <a:bodyPr rtlCol="0" anchor="b">
            <a:normAutofit/>
          </a:bodyPr>
          <a:lstStyle/>
          <a:p>
            <a:pPr algn="l"/>
            <a:r>
              <a:rPr lang="de-DE" sz="4000" dirty="0"/>
              <a:t>Gliederung	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BCCE99EF-F499-D609-2718-0A72BA018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2076450"/>
            <a:ext cx="4367064" cy="3714749"/>
          </a:xfrm>
        </p:spPr>
        <p:txBody>
          <a:bodyPr/>
          <a:lstStyle/>
          <a:p>
            <a:r>
              <a:rPr lang="de-DE" dirty="0"/>
              <a:t>Strukturplan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20235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42BFA442-46D6-5096-43C8-BA8D2C378DA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1229361"/>
            <a:ext cx="12207508" cy="5628640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el 1">
            <a:extLst>
              <a:ext uri="{FF2B5EF4-FFF2-40B4-BE49-F238E27FC236}">
                <a16:creationId xmlns:a16="http://schemas.microsoft.com/office/drawing/2014/main" id="{A0AE9707-147C-495D-90AC-8AF0442EC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4692" y="0"/>
            <a:ext cx="4538124" cy="970450"/>
          </a:xfrm>
        </p:spPr>
        <p:txBody>
          <a:bodyPr rtlCol="0" anchor="b">
            <a:normAutofit/>
          </a:bodyPr>
          <a:lstStyle/>
          <a:p>
            <a:r>
              <a:rPr lang="de-DE" sz="4000" dirty="0"/>
              <a:t>Strukturplan</a:t>
            </a:r>
          </a:p>
        </p:txBody>
      </p:sp>
    </p:spTree>
    <p:extLst>
      <p:ext uri="{BB962C8B-B14F-4D97-AF65-F5344CB8AC3E}">
        <p14:creationId xmlns:p14="http://schemas.microsoft.com/office/powerpoint/2010/main" val="11313850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4285908_TF55705232.potx" id="{C2693DD5-6559-4F60-BB71-3DF0B32289E4}" vid="{FE5FC937-8F54-4BE4-8F9D-44E1A9D18C62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2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6f75f480-7803-4ee9-bb54-84d0635fdbe7}" enabled="1" method="Privilege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{212EDF35-10C2-49CF-B878-6C1BF71C2BE1}tf55705232_win32</Template>
  <TotalTime>0</TotalTime>
  <Words>10</Words>
  <Application>Microsoft Office PowerPoint</Application>
  <PresentationFormat>Breitbild</PresentationFormat>
  <Paragraphs>7</Paragraphs>
  <Slides>3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8" baseType="lpstr">
      <vt:lpstr>Arial</vt:lpstr>
      <vt:lpstr>Calibri</vt:lpstr>
      <vt:lpstr>Goudy Old Style</vt:lpstr>
      <vt:lpstr>Wingdings 2</vt:lpstr>
      <vt:lpstr>SlateVTI</vt:lpstr>
      <vt:lpstr>Formula Emendi</vt:lpstr>
      <vt:lpstr>Gliederung </vt:lpstr>
      <vt:lpstr>Strukturplan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Tosun, Hakan (DI FA PRJ IL IT E3)</dc:creator>
  <cp:lastModifiedBy>Tosun, Hakan (DI FA PRJ IL IT E3)</cp:lastModifiedBy>
  <cp:revision>3</cp:revision>
  <dcterms:created xsi:type="dcterms:W3CDTF">2025-12-15T06:31:11Z</dcterms:created>
  <dcterms:modified xsi:type="dcterms:W3CDTF">2025-12-15T07:08:52Z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